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5"/>
    <p:sldId id="269" r:id="rId17"/>
    <p:sldId id="270" r:id="rId18"/>
    <p:sldId id="271" r:id="rId19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72" r:id="rId20"/>
    <p:sldId id="273" r:id="rId2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presProps" Target="presProps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4" Type="http://schemas.openxmlformats.org/officeDocument/2006/relationships/viewProps" Target="viewProps.xml"/>  <Relationship Id="rId17" Type="http://schemas.openxmlformats.org/officeDocument/2006/relationships/slide" Target="slides/slide12.xml"/>
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  <Relationship Id="rId26" Type="http://schemas.openxmlformats.org/officeDocument/2006/relationships/slide" Target="slides/slide21.xml"/>
  <Relationship Id="rId27" Type="http://schemas.openxmlformats.org/officeDocument/2006/relationships/slide" Target="slides/slide22.xml"/>
  <Relationship Id="rId28" Type="http://schemas.openxmlformats.org/officeDocument/2006/relationships/slide" Target="slides/slide23.xml"/>
  <Relationship Id="rId29" Type="http://schemas.openxmlformats.org/officeDocument/2006/relationships/slide" Target="slides/slide24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yimg0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yimg1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yimg2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yimg3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yimg4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yimg5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yimg6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yimg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Machine Learning (25SC2107E)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Customer Purchase Propensity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 (Section 5)</a:t>
            </a:r>
          </a:p>
          <a:p>
            <a:r>
              <a:rPr lang="en-US" dirty="0">
                <a:solidFill>
                  <a:srgbClr val="0070C0"/>
                </a:solidFill>
              </a:rPr>
              <a:t>Ch. Navya Sai Sree (2520030244)</a:t>
            </a:r>
          </a:p>
          <a:p>
            <a:r>
              <a:rPr lang="en-US" dirty="0">
                <a:solidFill>
                  <a:srgbClr val="0070C0"/>
                </a:solidFill>
              </a:rPr>
              <a:t>Deepika (2520030137)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Customers have different buying behaviors.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Some customers are more likely to buy than others.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Businesses need to identify customers who are likely to purchase.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Machine Learning can analyze customer information and find these patterns.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Our project predicts whether a customer is likely to purchase or not.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It also gives the probability of purchase.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Businesses may find it difficult to identify customers who are likely to purchase.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Traditional methods such as manual analysis, historical customer data and general marketing strategies may not accurately identify individual customer behavior.</a:t>
            </a:r>
          </a:p>
          <a:p>
            <a:pPr marL="0" indent="0" algn="l">
              <a:spcBef>
                <a:spcPts val="600"/>
              </a:spcBef>
              <a:spcAft>
                <a:spcPts val="400"/>
              </a:spcAft>
            </a:pPr>
            <a:r>
              <a:rPr lang="en-US" sz="1900" b="1" dirty="0">
                <a:solidFill>
                  <a:srgbClr val="C00000"/>
                </a:solidFill>
                <a:latin typeface="Calibri"/>
              </a:rPr>
              <a:t>Main Goal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To develop a Machine Learning system that predicts the likelihood of a customer making a purchase.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Collect customer information.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Understand the customer dataset.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Clean and prepare the data.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Find patterns in customer behavior.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Group customers based on similar behavior.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Build a Machine Learning model to predict purchase.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Evaluate the model's performance.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Predict the probability of customer purchase.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/>
              </a:rPr>
              <a:t>Dataset Used: </a:t>
            </a:r>
            <a:r>
              <a:rPr lang="en-US" sz="1800" dirty="0">
                <a:solidFill>
                  <a:srgbClr val="000000"/>
                </a:solidFill>
                <a:latin typeface="Calibri"/>
              </a:rPr>
              <a:t>Customer Purchase Data for Logistic Regression</a:t>
            </a:r>
          </a:p>
          <a:p>
            <a:pPr marL="342900" indent="-342900" algn="l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The dataset contains 3,000 customer records.</a:t>
            </a:r>
          </a:p>
          <a:p>
            <a:pPr marL="342900" indent="-342900" algn="l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It contains customer demographic and purchase-related information.</a:t>
            </a:r>
          </a:p>
          <a:p>
            <a:pPr marL="342900" indent="-342900" algn="l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The data includes both numerical and categorical features.</a:t>
            </a:r>
          </a:p>
          <a:p>
            <a:pPr marL="342900" indent="-342900" algn="l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The target variable is Purchase.</a:t>
            </a:r>
          </a:p>
          <a:p>
            <a:pPr marL="0" indent="0" algn="l">
              <a:spcBef>
                <a:spcPts val="600"/>
              </a:spcBef>
              <a:spcAft>
                <a:spcPts val="400"/>
              </a:spcAft>
            </a:pPr>
            <a:r>
              <a:rPr lang="en-US" sz="1900" b="1" dirty="0">
                <a:solidFill>
                  <a:srgbClr val="C00000"/>
                </a:solidFill>
                <a:latin typeface="Calibri"/>
              </a:rPr>
              <a:t>Target Variable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1 → Customer purchased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0 → Customer did not purchase</a:t>
            </a:r>
          </a:p>
          <a:p>
            <a:pPr marL="0" indent="0" algn="l">
              <a:spcBef>
                <a:spcPts val="600"/>
              </a:spcBef>
              <a:spcAft>
                <a:spcPts val="400"/>
              </a:spcAft>
            </a:pPr>
            <a:r>
              <a:rPr lang="en-US" sz="1900" b="1" dirty="0">
                <a:solidFill>
                  <a:srgbClr val="C00000"/>
                </a:solidFill>
                <a:latin typeface="Calibri"/>
              </a:rPr>
              <a:t>Problem Type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Supervised Learning → Binary Classification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Logistic Regression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Logistic Regression is selected as the classification algorithm for predicting customer purchase behavior.</a:t>
            </a:r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target variable PurchaseStatus represents two possible outcomes: 0 (No Purchase) and 1 (Purchase).</a:t>
            </a:r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Since the dataset contains both numerical and categorical attributes, categorical features are converted into numerical representations using one-hot encoding.</a:t>
            </a:r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selected customer attributes are provided as input features, while PurchaseStatus is treated as the target variable.</a:t>
            </a:r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prepared training data is given to the Logistic Regression model using the fit() method.</a:t>
            </a:r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During training, the model identifies relationships between customer characteristics and their purchase behavior.</a:t>
            </a:r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trained model can then be used to estimate the purchase outcome for previously unseen customer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5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The project focuses on predicting customer purchase behavior using Machine Learning techniques.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Customer demographic and behavioral attributes were analyzed to identify patterns related to purchasing.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The dataset was loaded, understood, cleaned, and prepared for Machine Learning.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Exploratory Data Analysis was performed to examine relationships between customer attributes and PurchaseStatus.</a:t>
            </a:r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Logistic Regression was selected to build the initial purchase prediction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Dataset Overview</a:t>
            </a:r>
          </a:p>
        </p:txBody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115657"/>
            <a:ext cx="10800000" cy="51686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Load Dataset</a:t>
            </a:r>
          </a:p>
        </p:txBody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000000"/>
            <a:ext cx="5800000" cy="424607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2" name="Content Body"/>
          <p:cNvSpPr txBox="1"/>
          <p:nvPr/>
        </p:nvSpPr>
        <p:spPr>
          <a:xfrm>
            <a:off x="6800000" y="1100000"/>
            <a:ext cx="48000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The customer purchase dataset was loaded using Pandas.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The dataset contains 1,500 customer records and 9 attributes related to customer demographics and purchasing behavior.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Data Understanding</a:t>
            </a:r>
          </a:p>
        </p:txBody>
      </p:sp>
      <p:sp>
        <p:nvSpPr>
          <p:cNvPr id="10" name="Content Body"/>
          <p:cNvSpPr txBox="1"/>
          <p:nvPr/>
        </p:nvSpPr>
        <p:spPr>
          <a:xfrm>
            <a:off x="900000" y="900000"/>
            <a:ext cx="10392000" cy="13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The dataset was analyzed to understand its structure, data types, statistical values, missing values, duplicate records, and purchase status distribution.</a:t>
            </a:r>
          </a:p>
        </p:txBody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25" y="2300000"/>
            <a:ext cx="8216949" cy="42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Data Cleaning</a:t>
            </a:r>
          </a:p>
        </p:txBody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000000"/>
            <a:ext cx="5800000" cy="511444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2" name="Content Body"/>
          <p:cNvSpPr txBox="1"/>
          <p:nvPr/>
        </p:nvSpPr>
        <p:spPr>
          <a:xfrm>
            <a:off x="6800000" y="1100000"/>
            <a:ext cx="48000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Checked the dataset for missing values.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Removed duplicate records.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Handled missing numerical values using median.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Verified the dataset after cleaning.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2596000" y="221673"/>
            <a:ext cx="700000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2596000" y="193965"/>
            <a:ext cx="70000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Exploratory Data Analysis (EDA)</a:t>
            </a:r>
          </a:p>
        </p:txBody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000000"/>
            <a:ext cx="5800000" cy="507091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2" name="Content Body"/>
          <p:cNvSpPr txBox="1"/>
          <p:nvPr/>
        </p:nvSpPr>
        <p:spPr>
          <a:xfrm>
            <a:off x="6800000" y="1100000"/>
            <a:ext cx="48000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EDA is used to understand patterns in customer purchase behavior.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purchase status distribution was analyzed.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target variable contains two classes: Purchased and Not Purchased.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It compares: 0 → Did not purchase; 1 → Purchased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2596000" y="221673"/>
            <a:ext cx="700000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2596000" y="193965"/>
            <a:ext cx="70000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EDA: Time Spent on Website</a:t>
            </a:r>
          </a:p>
        </p:txBody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000000"/>
            <a:ext cx="5672727" cy="54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2" name="Content Body"/>
          <p:cNvSpPr txBox="1"/>
          <p:nvPr/>
        </p:nvSpPr>
        <p:spPr>
          <a:xfrm>
            <a:off x="6800000" y="1100000"/>
            <a:ext cx="48000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TimeSpentOnWebsite = approximately how much time a customer spends browsing the shopping website.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graph compares website time for: 0 → Did not purchase; 1 → Purchased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Feature Selection</a:t>
            </a:r>
          </a:p>
        </p:txBody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004" y="1000000"/>
            <a:ext cx="5921991" cy="32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2" name="Content Body"/>
          <p:cNvSpPr txBox="1"/>
          <p:nvPr/>
        </p:nvSpPr>
        <p:spPr>
          <a:xfrm>
            <a:off x="900000" y="4450000"/>
            <a:ext cx="10392000" cy="1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input features were separated from the target variable. Customer demographic and behavioral attributes are used as input features, while PurchaseStatus is used as the target variable.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3736109" y="193965"/>
            <a:ext cx="471978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Train-Test Split</a:t>
            </a:r>
          </a:p>
        </p:txBody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736" y="1000000"/>
            <a:ext cx="5094527" cy="32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2" name="Content Body"/>
          <p:cNvSpPr txBox="1"/>
          <p:nvPr/>
        </p:nvSpPr>
        <p:spPr>
          <a:xfrm>
            <a:off x="900000" y="4450000"/>
            <a:ext cx="10392000" cy="1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dataset was divided into 80% training data and 20% testing data. The training data is used to build the model, while the testing data is used to evaluate its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951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      Machine Learning (25SC2107E)  Diabetes Risk Prediction Using Logistic Regression and Random Forest with Cross-Validation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prakshitha malla</cp:lastModifiedBy>
  <cp:revision>20</cp:revision>
  <dcterms:created xsi:type="dcterms:W3CDTF">2024-08-29T05:25:00Z</dcterms:created>
  <dcterms:modified xsi:type="dcterms:W3CDTF">2026-09-24T06:04:11Z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